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e985c08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1e985c08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1e985c088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1e985c088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1e985c08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1e985c08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1e985c08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1e985c08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1e985c08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1e985c08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1e985c08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1e985c08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1e985c08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1e985c088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1e985c088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1e985c088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1e985c088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1e985c088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1e985c088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1e985c088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1e985c088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1e985c088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1e985c088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1e985c088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1e985c088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1e985c088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236db470b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236db470b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1e985c088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1e985c088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1e985c088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1e985c088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mage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4210" y="1398398"/>
            <a:ext cx="6555574" cy="26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2601" y="2068688"/>
            <a:ext cx="3998775" cy="19864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843375" y="2858813"/>
            <a:ext cx="645900" cy="4062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4676325" y="2218650"/>
            <a:ext cx="645900" cy="4062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5096275" y="2486750"/>
            <a:ext cx="447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①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322225" y="3168650"/>
            <a:ext cx="447600" cy="2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②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44875" y="483725"/>
            <a:ext cx="1851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英語レベルの選択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44875" y="783725"/>
            <a:ext cx="2356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Choose your English level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598F1FA-D500-54BD-F5CD-541BA04E5718}"/>
              </a:ext>
            </a:extLst>
          </p:cNvPr>
          <p:cNvSpPr txBox="1"/>
          <p:nvPr/>
        </p:nvSpPr>
        <p:spPr>
          <a:xfrm>
            <a:off x="39975" y="89716"/>
            <a:ext cx="2356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平松大河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1052" y="972312"/>
            <a:ext cx="4801900" cy="360737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544875" y="483725"/>
            <a:ext cx="2176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写真撮影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4308950" y="3796525"/>
            <a:ext cx="1522800" cy="300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5831750" y="3796525"/>
            <a:ext cx="10953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 b="1">
                <a:solidFill>
                  <a:schemeClr val="dk1"/>
                </a:solidFill>
              </a:rPr>
              <a:t>&lt;&lt; </a:t>
            </a:r>
            <a:r>
              <a:rPr lang="ja" sz="900" b="1" u="sng">
                <a:solidFill>
                  <a:schemeClr val="dk1"/>
                </a:solidFill>
              </a:rPr>
              <a:t>choose one</a:t>
            </a:r>
            <a:endParaRPr sz="900" b="1" u="sng">
              <a:solidFill>
                <a:schemeClr val="dk1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44875" y="783725"/>
            <a:ext cx="2176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photo shoot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 title="image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400" y="856225"/>
            <a:ext cx="4791201" cy="380065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544875" y="483725"/>
            <a:ext cx="1851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単語の提示・選択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4860750" y="4483550"/>
            <a:ext cx="645900" cy="2256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326175" y="2821675"/>
            <a:ext cx="10953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 b="1" u="sng">
                <a:solidFill>
                  <a:schemeClr val="dk1"/>
                </a:solidFill>
              </a:rPr>
              <a:t>Google Vision</a:t>
            </a:r>
            <a:endParaRPr sz="900" b="1" u="sng">
              <a:solidFill>
                <a:schemeClr val="dk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6967600" y="4409150"/>
            <a:ext cx="1677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 b="1" u="sng">
                <a:solidFill>
                  <a:schemeClr val="dk1"/>
                </a:solidFill>
              </a:rPr>
              <a:t>&lt;&lt; Recognition information</a:t>
            </a:r>
            <a:endParaRPr sz="900" b="1" u="sng">
              <a:solidFill>
                <a:schemeClr val="dk1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312800" y="4446350"/>
            <a:ext cx="4654800" cy="300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1505175" y="1506150"/>
            <a:ext cx="891300" cy="32679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5961575" y="4123250"/>
            <a:ext cx="891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 b="1">
                <a:solidFill>
                  <a:schemeClr val="accent1"/>
                </a:solidFill>
              </a:rPr>
              <a:t>presentation</a:t>
            </a:r>
            <a:endParaRPr sz="900" b="1">
              <a:solidFill>
                <a:schemeClr val="accent1"/>
              </a:solidFill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4999875" y="4746350"/>
            <a:ext cx="891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 b="1">
                <a:solidFill>
                  <a:srgbClr val="FF0000"/>
                </a:solidFill>
              </a:rPr>
              <a:t>choice</a:t>
            </a:r>
            <a:endParaRPr sz="900" b="1">
              <a:solidFill>
                <a:srgbClr val="FF0000"/>
              </a:solidFill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2176400" y="483725"/>
            <a:ext cx="42963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Word presentation and selection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6" title="image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225" y="957825"/>
            <a:ext cx="7051552" cy="373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544875" y="483725"/>
            <a:ext cx="1851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会話 conversation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685950" y="2469625"/>
            <a:ext cx="519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 b="1">
                <a:solidFill>
                  <a:schemeClr val="dk1"/>
                </a:solidFill>
              </a:rPr>
              <a:t>input</a:t>
            </a:r>
            <a:endParaRPr sz="900" b="1">
              <a:solidFill>
                <a:schemeClr val="dk1"/>
              </a:solidFill>
            </a:endParaRPr>
          </a:p>
        </p:txBody>
      </p:sp>
      <p:cxnSp>
        <p:nvCxnSpPr>
          <p:cNvPr id="92" name="Google Shape;92;p16"/>
          <p:cNvCxnSpPr>
            <a:stCxn id="91" idx="1"/>
          </p:cNvCxnSpPr>
          <p:nvPr/>
        </p:nvCxnSpPr>
        <p:spPr>
          <a:xfrm rot="10800000">
            <a:off x="4188150" y="1942525"/>
            <a:ext cx="2497800" cy="67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" name="Google Shape;93;p16"/>
          <p:cNvCxnSpPr>
            <a:stCxn id="91" idx="1"/>
          </p:cNvCxnSpPr>
          <p:nvPr/>
        </p:nvCxnSpPr>
        <p:spPr>
          <a:xfrm flipH="1">
            <a:off x="5293050" y="2619625"/>
            <a:ext cx="1392900" cy="14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" name="Google Shape;94;p16"/>
          <p:cNvCxnSpPr>
            <a:stCxn id="91" idx="1"/>
          </p:cNvCxnSpPr>
          <p:nvPr/>
        </p:nvCxnSpPr>
        <p:spPr>
          <a:xfrm flipH="1">
            <a:off x="4392450" y="2619625"/>
            <a:ext cx="2293500" cy="95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" name="Google Shape;95;p16"/>
          <p:cNvCxnSpPr>
            <a:stCxn id="91" idx="2"/>
          </p:cNvCxnSpPr>
          <p:nvPr/>
        </p:nvCxnSpPr>
        <p:spPr>
          <a:xfrm>
            <a:off x="6945750" y="2769625"/>
            <a:ext cx="9300" cy="126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" name="Google Shape;96;p16"/>
          <p:cNvSpPr/>
          <p:nvPr/>
        </p:nvSpPr>
        <p:spPr>
          <a:xfrm>
            <a:off x="4572000" y="4214300"/>
            <a:ext cx="869700" cy="253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5441700" y="4191050"/>
            <a:ext cx="1244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 b="1">
                <a:solidFill>
                  <a:srgbClr val="FF0000"/>
                </a:solidFill>
              </a:rPr>
              <a:t>Talk until pressed</a:t>
            </a:r>
            <a:endParaRPr sz="9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7" title="image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537" y="1487613"/>
            <a:ext cx="6650925" cy="216827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544875" y="483725"/>
            <a:ext cx="20373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会話から生成された記事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4225375" y="3128025"/>
            <a:ext cx="714900" cy="253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4940275" y="3104775"/>
            <a:ext cx="1596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 b="1">
                <a:solidFill>
                  <a:srgbClr val="FF0000"/>
                </a:solidFill>
              </a:rPr>
              <a:t>Press to see the problem</a:t>
            </a:r>
            <a:endParaRPr sz="900" b="1">
              <a:solidFill>
                <a:srgbClr val="FF0000"/>
              </a:solidFill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544875" y="815975"/>
            <a:ext cx="20373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Articles generated from conversations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 title="image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775" y="1215865"/>
            <a:ext cx="6994448" cy="271176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544875" y="483725"/>
            <a:ext cx="1851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問題１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544875" y="783725"/>
            <a:ext cx="1851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Problem 1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9" title="image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650" y="1234650"/>
            <a:ext cx="7198699" cy="2674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544875" y="483725"/>
            <a:ext cx="1851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問題２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3744800" y="3308525"/>
            <a:ext cx="1518600" cy="2139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73075" y="4359775"/>
            <a:ext cx="21387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コインゲット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544875" y="783725"/>
            <a:ext cx="1851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Problem 1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0" title="image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175" y="1344138"/>
            <a:ext cx="6641648" cy="245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544875" y="483725"/>
            <a:ext cx="1851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問題３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544875" y="783725"/>
            <a:ext cx="1851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Problem 2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1" title="image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688" y="1417240"/>
            <a:ext cx="6706624" cy="230901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/>
        </p:nvSpPr>
        <p:spPr>
          <a:xfrm>
            <a:off x="544875" y="483725"/>
            <a:ext cx="1851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問題４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544875" y="783725"/>
            <a:ext cx="1851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Problem 3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2" title="image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513" y="1314338"/>
            <a:ext cx="6390975" cy="25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 txBox="1"/>
          <p:nvPr/>
        </p:nvSpPr>
        <p:spPr>
          <a:xfrm>
            <a:off x="544875" y="483725"/>
            <a:ext cx="1851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問題５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544875" y="783725"/>
            <a:ext cx="1851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Problem 4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3" title="image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875" y="1343050"/>
            <a:ext cx="7412248" cy="2457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3"/>
          <p:cNvSpPr txBox="1"/>
          <p:nvPr/>
        </p:nvSpPr>
        <p:spPr>
          <a:xfrm>
            <a:off x="544875" y="483725"/>
            <a:ext cx="1851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問題６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544875" y="783725"/>
            <a:ext cx="1851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Problem 5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4" title="image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850" y="992949"/>
            <a:ext cx="6721001" cy="358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4"/>
          <p:cNvSpPr txBox="1"/>
          <p:nvPr/>
        </p:nvSpPr>
        <p:spPr>
          <a:xfrm>
            <a:off x="544875" y="483725"/>
            <a:ext cx="5501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Select words for the next unit (selected from words in the article)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1030475" y="4352650"/>
            <a:ext cx="524400" cy="2286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4"/>
          <p:cNvSpPr txBox="1"/>
          <p:nvPr/>
        </p:nvSpPr>
        <p:spPr>
          <a:xfrm>
            <a:off x="934500" y="3198925"/>
            <a:ext cx="3637500" cy="6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2"/>
              </a:solidFill>
            </a:endParaRPr>
          </a:p>
        </p:txBody>
      </p:sp>
      <p:cxnSp>
        <p:nvCxnSpPr>
          <p:cNvPr id="159" name="Google Shape;159;p24"/>
          <p:cNvCxnSpPr>
            <a:stCxn id="160" idx="2"/>
            <a:endCxn id="157" idx="7"/>
          </p:cNvCxnSpPr>
          <p:nvPr/>
        </p:nvCxnSpPr>
        <p:spPr>
          <a:xfrm flipH="1">
            <a:off x="1478100" y="3812221"/>
            <a:ext cx="1309200" cy="57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1" name="Google Shape;161;p24"/>
          <p:cNvSpPr/>
          <p:nvPr/>
        </p:nvSpPr>
        <p:spPr>
          <a:xfrm>
            <a:off x="1956375" y="1929425"/>
            <a:ext cx="636600" cy="2133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4"/>
          <p:cNvSpPr/>
          <p:nvPr/>
        </p:nvSpPr>
        <p:spPr>
          <a:xfrm>
            <a:off x="1070850" y="3288421"/>
            <a:ext cx="3432900" cy="5238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2"/>
                </a:solidFill>
              </a:rPr>
              <a:t>p13の画面(学習の振り返りの画面に移行)</a:t>
            </a:r>
            <a:br>
              <a:rPr lang="ja" sz="1000">
                <a:solidFill>
                  <a:schemeClr val="dk2"/>
                </a:solidFill>
              </a:rPr>
            </a:br>
            <a:r>
              <a:rPr lang="ja" sz="1000">
                <a:solidFill>
                  <a:schemeClr val="dk2"/>
                </a:solidFill>
              </a:rPr>
              <a:t>Page 13 screen (moves to the learning review screen)</a:t>
            </a:r>
            <a:endParaRPr sz="10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2" name="Google Shape;162;p24"/>
          <p:cNvCxnSpPr>
            <a:stCxn id="163" idx="0"/>
            <a:endCxn id="161" idx="4"/>
          </p:cNvCxnSpPr>
          <p:nvPr/>
        </p:nvCxnSpPr>
        <p:spPr>
          <a:xfrm rot="10800000">
            <a:off x="2274750" y="2142675"/>
            <a:ext cx="363000" cy="28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3" name="Google Shape;163;p24"/>
          <p:cNvSpPr/>
          <p:nvPr/>
        </p:nvSpPr>
        <p:spPr>
          <a:xfrm>
            <a:off x="1194000" y="2427075"/>
            <a:ext cx="2887500" cy="6777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単語選択：p3の画面に移行し、再び会話からスタート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</a:rPr>
              <a:t>Move to the </a:t>
            </a:r>
            <a:r>
              <a:rPr lang="ja" sz="1100" b="1">
                <a:solidFill>
                  <a:schemeClr val="dk1"/>
                </a:solidFill>
              </a:rPr>
              <a:t>page 3 screen</a:t>
            </a:r>
            <a:r>
              <a:rPr lang="ja" sz="1100">
                <a:solidFill>
                  <a:schemeClr val="dk1"/>
                </a:solidFill>
              </a:rPr>
              <a:t> and start the conversation again.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5" title="image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8338" y="1445550"/>
            <a:ext cx="6827327" cy="22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/>
          <p:nvPr/>
        </p:nvSpPr>
        <p:spPr>
          <a:xfrm>
            <a:off x="1217275" y="3105350"/>
            <a:ext cx="2826900" cy="3210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5"/>
          <p:cNvSpPr txBox="1"/>
          <p:nvPr/>
        </p:nvSpPr>
        <p:spPr>
          <a:xfrm>
            <a:off x="544875" y="483725"/>
            <a:ext cx="5979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You can also start a new unit from automatically saved theme cards (words Vision reads at the start of the unit)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6" title="image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8338" y="1445550"/>
            <a:ext cx="6827327" cy="22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/>
          <p:nvPr/>
        </p:nvSpPr>
        <p:spPr>
          <a:xfrm>
            <a:off x="1222425" y="2714825"/>
            <a:ext cx="373800" cy="3210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6"/>
          <p:cNvSpPr txBox="1"/>
          <p:nvPr/>
        </p:nvSpPr>
        <p:spPr>
          <a:xfrm>
            <a:off x="544875" y="483725"/>
            <a:ext cx="73047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Words from completed units are grayed out so you can review your learning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7" title="image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7198" y="967837"/>
            <a:ext cx="3729626" cy="382057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7"/>
          <p:cNvSpPr txBox="1"/>
          <p:nvPr/>
        </p:nvSpPr>
        <p:spPr>
          <a:xfrm>
            <a:off x="544875" y="483725"/>
            <a:ext cx="4237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You can review the articles, questions, and answers you have created. Here you can press the “Create Summary Card” button.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3842975" y="4467425"/>
            <a:ext cx="1355400" cy="3210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8" title="image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9627" y="968350"/>
            <a:ext cx="5304749" cy="372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8"/>
          <p:cNvSpPr txBox="1"/>
          <p:nvPr/>
        </p:nvSpPr>
        <p:spPr>
          <a:xfrm>
            <a:off x="630500" y="499150"/>
            <a:ext cx="4237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まとめ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191" name="Google Shape;191;p28"/>
          <p:cNvSpPr txBox="1"/>
          <p:nvPr/>
        </p:nvSpPr>
        <p:spPr>
          <a:xfrm>
            <a:off x="630500" y="744050"/>
            <a:ext cx="4237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summary</a:t>
            </a:r>
            <a:endParaRPr sz="1300" b="1">
              <a:solidFill>
                <a:schemeClr val="dk1"/>
              </a:solidFill>
            </a:endParaRPr>
          </a:p>
        </p:txBody>
      </p:sp>
      <p:cxnSp>
        <p:nvCxnSpPr>
          <p:cNvPr id="192" name="Google Shape;192;p28"/>
          <p:cNvCxnSpPr/>
          <p:nvPr/>
        </p:nvCxnSpPr>
        <p:spPr>
          <a:xfrm rot="10800000" flipH="1">
            <a:off x="1416475" y="1791725"/>
            <a:ext cx="534300" cy="2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3" name="Google Shape;193;p28"/>
          <p:cNvSpPr txBox="1"/>
          <p:nvPr/>
        </p:nvSpPr>
        <p:spPr>
          <a:xfrm>
            <a:off x="150875" y="1651925"/>
            <a:ext cx="4237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b="1">
                <a:solidFill>
                  <a:schemeClr val="dk1"/>
                </a:solidFill>
              </a:rPr>
              <a:t>Student input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Microsoft Office PowerPoint</Application>
  <PresentationFormat>画面に合わせる (16:9)</PresentationFormat>
  <Paragraphs>44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18" baseType="lpstr">
      <vt:lpstr>Arial</vt:lpstr>
      <vt:lpstr>Simple Light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TKS23 平松大河</cp:lastModifiedBy>
  <cp:revision>1</cp:revision>
  <dcterms:modified xsi:type="dcterms:W3CDTF">2026-01-09T07:57:57Z</dcterms:modified>
</cp:coreProperties>
</file>